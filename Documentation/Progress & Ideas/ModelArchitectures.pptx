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0AFBF-38EB-60FF-CCD9-25C03A9F3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FE26E9-5A3D-8208-CCA1-5C8C6C167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3AC374-AD83-0C04-FFB2-4329435A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54CCF9-5004-10CB-82ED-6C22022E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511D69-95F6-5F76-CFD1-66533932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18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09982-F64B-A78E-7BAD-0D2BF1F9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351DFC-2DB1-6C16-E0F8-853B22370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D2A2C6-EF8C-0313-6114-8AE0A990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5714BE-6245-9528-E0D8-C2310B43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AAA87-7D51-1200-0B16-2A2ABBFA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50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C1D1B-C53A-0E84-690D-7019797A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E44DF3-F277-3FF3-8FD2-FA897DBB5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4998D-B28B-92AA-F282-92C4E500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5BE981-16B8-D36F-8AD8-564F0527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48C89F-5D12-F6D3-CFBA-87D940AA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19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7EF2F-6B93-4DE3-CF73-BF974D41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A95578-93A7-89D9-4382-62B632CB6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25F1C5F-581D-DC98-DC6C-33A05E8E7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447B15-B61B-72C1-5D41-F87AECCA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8ACA8F-A110-13BE-894A-FB9CF712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2F2DFE-A7B3-0398-B459-6FC70792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55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738F2-8B3F-0FA0-19E2-72FE68D1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580C6A-D3C8-8307-A4E0-7FA74692F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37843F-0D4E-561C-1552-50AE27B2F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B5CA67-4448-A5F5-044B-68353CAE0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E04BE97-C9DA-25F4-1801-B24A60F76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8C5A9C-5E75-50A6-6461-FC165551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3E59AF-B3DE-CCCC-934C-1A93505A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272D67-A289-96FA-3F5C-9A827F38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6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2052D-6B16-80C1-0A4F-19D2AEDD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D3F40C-4AFD-3324-638B-6A4CD04F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9A6681-F396-93E7-A03C-01FF7D21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AF50AC-3BF1-35B0-504E-C1308690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18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98E1E4-8E89-59E0-E7E9-6F73B647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4A0D86-EEC4-FFCB-9C5D-2014CFF9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65D362-F3E9-C98B-A8AC-47D242BD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9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93C6A-3948-2295-156C-9F0DEE7E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9375B6-042C-4115-FBD4-F19DCAF75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003E71-B224-AB49-EFD6-113A00F86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5BECCB-6C25-5E8A-AB81-31BA9A87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D31485-B04B-E7C5-CA85-320A151F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983A5A-BA7C-4B00-2210-4055D7FE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23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5E021-8D65-B23A-0B14-242E6E7B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1A47D3-A048-4404-3CE8-9091BEF4D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604244-A571-C413-0378-682B5431A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4EC5CA-41C5-6FEC-FC0F-D95B05C2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D81FEF-67C4-F842-7501-6ABC60A8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22D0AC-8C7A-B1C7-2D60-D3380921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9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5CB09-E8D8-6F79-D0DE-6CB3A6E9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CFDA18-80BE-9BCA-6347-7CD39FE54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9083FD-04DD-4F28-A599-E4CC9358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3857DB-7FDA-4FB4-21C2-839168B8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D1DEC7-0AC2-42BE-9340-5348B384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18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771ADB6-0E84-1DBF-8890-6E0568980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5F8E2-6CA8-91A8-03D8-1BB118423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D649C7-0DBA-6ED5-4DC2-EA9E8500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4A14E5-A95E-87E8-F549-2150A848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0641E6-F2C9-F100-535D-95480E9A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13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86C03A-F9FD-4BA4-3AD8-FE622025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AD2509-4C7E-06AE-BA46-19575F2CC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B76F89-BDFD-9B55-5E34-1C1554380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71A3-608A-4F69-A239-29B482123B31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ECE898-28B8-70AC-DEB1-F8217D9F2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97D8D0-2BEF-93CA-8BCB-1B540C5C9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8EC94-141E-4B7F-9F1A-C3804F14FE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77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7BC0A-C733-A5CB-0ABE-1E14236B3B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Model Architectures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0DC340-EFC6-199B-518A-E17AB9B1D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85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9D92A-5D74-DEB4-DC9B-894CD5BA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Pointnet</a:t>
            </a:r>
            <a:r>
              <a:rPr lang="en-US" noProof="0" dirty="0"/>
              <a:t> Architecture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BD4D537-F35E-4A46-1C98-A1D51E0D8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835" y="2215107"/>
            <a:ext cx="10250330" cy="3572374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DEA82438-AF2D-91F6-A9C2-BF68B6225EB0}"/>
              </a:ext>
            </a:extLst>
          </p:cNvPr>
          <p:cNvSpPr/>
          <p:nvPr/>
        </p:nvSpPr>
        <p:spPr>
          <a:xfrm>
            <a:off x="5285362" y="4046706"/>
            <a:ext cx="5564221" cy="1686128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29CCD81-1BF6-ED26-39ED-B3ED647F6E91}"/>
              </a:ext>
            </a:extLst>
          </p:cNvPr>
          <p:cNvCxnSpPr/>
          <p:nvPr/>
        </p:nvCxnSpPr>
        <p:spPr>
          <a:xfrm>
            <a:off x="5285362" y="4046706"/>
            <a:ext cx="5564221" cy="1686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63000AE-E266-62D7-B410-C93068652C60}"/>
              </a:ext>
            </a:extLst>
          </p:cNvPr>
          <p:cNvCxnSpPr/>
          <p:nvPr/>
        </p:nvCxnSpPr>
        <p:spPr>
          <a:xfrm flipV="1">
            <a:off x="5285362" y="4046706"/>
            <a:ext cx="5564221" cy="1686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03330420-64EE-E631-2F53-9EEDCCE362A4}"/>
              </a:ext>
            </a:extLst>
          </p:cNvPr>
          <p:cNvSpPr/>
          <p:nvPr/>
        </p:nvSpPr>
        <p:spPr>
          <a:xfrm>
            <a:off x="9431277" y="2548647"/>
            <a:ext cx="1264595" cy="1498059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909C079-300F-6E10-AABA-38C75CFEC3A4}"/>
              </a:ext>
            </a:extLst>
          </p:cNvPr>
          <p:cNvCxnSpPr/>
          <p:nvPr/>
        </p:nvCxnSpPr>
        <p:spPr>
          <a:xfrm>
            <a:off x="9431277" y="2548646"/>
            <a:ext cx="1264595" cy="1498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BFCCE154-FFEA-D446-7605-D85B2D765535}"/>
              </a:ext>
            </a:extLst>
          </p:cNvPr>
          <p:cNvCxnSpPr/>
          <p:nvPr/>
        </p:nvCxnSpPr>
        <p:spPr>
          <a:xfrm flipV="1">
            <a:off x="9431277" y="2548646"/>
            <a:ext cx="1264595" cy="1498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1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4CB6D7-42B0-DE83-0BDE-EB9CB079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Pointnet</a:t>
            </a:r>
            <a:r>
              <a:rPr lang="en-US" noProof="0" dirty="0"/>
              <a:t>++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A86E3C-BF2D-AF25-196C-E88386371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Recursively performs </a:t>
            </a:r>
            <a:r>
              <a:rPr lang="en-US" noProof="0" dirty="0" err="1"/>
              <a:t>Pointnet</a:t>
            </a:r>
            <a:r>
              <a:rPr lang="en-US" noProof="0" dirty="0"/>
              <a:t> encoding in a nested partition of the input</a:t>
            </a:r>
          </a:p>
          <a:p>
            <a:r>
              <a:rPr lang="en-US" noProof="0" dirty="0"/>
              <a:t>Each partition is defined as a </a:t>
            </a:r>
            <a:r>
              <a:rPr lang="en-US" noProof="0" dirty="0" err="1"/>
              <a:t>neighbourhood</a:t>
            </a:r>
            <a:r>
              <a:rPr lang="en-US" noProof="0" dirty="0"/>
              <a:t> containing a centroid location and a scale</a:t>
            </a:r>
          </a:p>
          <a:p>
            <a:r>
              <a:rPr lang="en-US" noProof="0" dirty="0" err="1"/>
              <a:t>Pointnet</a:t>
            </a:r>
            <a:r>
              <a:rPr lang="en-US" noProof="0" dirty="0"/>
              <a:t> aggregates points with max pooling -&gt; local features lost</a:t>
            </a:r>
          </a:p>
          <a:p>
            <a:r>
              <a:rPr lang="en-US" noProof="0" dirty="0" err="1"/>
              <a:t>Pointnet</a:t>
            </a:r>
            <a:r>
              <a:rPr lang="en-US" noProof="0" dirty="0"/>
              <a:t>++ uses multiple region-based mini </a:t>
            </a:r>
            <a:r>
              <a:rPr lang="en-US" noProof="0" dirty="0" err="1"/>
              <a:t>pointnets</a:t>
            </a:r>
            <a:r>
              <a:rPr lang="en-US" noProof="0" dirty="0"/>
              <a:t> over different abstraction </a:t>
            </a:r>
            <a:r>
              <a:rPr lang="en-US" noProof="0" dirty="0" err="1"/>
              <a:t>leves</a:t>
            </a:r>
            <a:endParaRPr lang="en-US" noProof="0" dirty="0"/>
          </a:p>
          <a:p>
            <a:r>
              <a:rPr lang="en-US" noProof="0" dirty="0" err="1"/>
              <a:t>Pointnet</a:t>
            </a:r>
            <a:r>
              <a:rPr lang="en-US" noProof="0" dirty="0"/>
              <a:t>++ hierarchical architecture preserves local features better</a:t>
            </a:r>
          </a:p>
        </p:txBody>
      </p:sp>
    </p:spTree>
    <p:extLst>
      <p:ext uri="{BB962C8B-B14F-4D97-AF65-F5344CB8AC3E}">
        <p14:creationId xmlns:p14="http://schemas.microsoft.com/office/powerpoint/2010/main" val="409210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AB8FD-1543-6C18-ED85-552D63CFF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PointVoxelCNN</a:t>
            </a:r>
            <a:r>
              <a:rPr lang="en-US" noProof="0" dirty="0"/>
              <a:t> (PVCNN)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B1B6B-4633-7B10-2B44-C5883ED6F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034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AC0A0-F3CE-9D0E-4A63-C4A66B72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Pointnet</a:t>
            </a:r>
            <a:r>
              <a:rPr lang="en-US" noProof="0" dirty="0"/>
              <a:t> VAE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BCF09-999D-D03D-1E65-8F3C8D36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How to train a </a:t>
            </a:r>
            <a:r>
              <a:rPr lang="en-US" noProof="0" dirty="0" err="1"/>
              <a:t>PointNet</a:t>
            </a:r>
            <a:r>
              <a:rPr lang="en-US" noProof="0" dirty="0"/>
              <a:t> VAE</a:t>
            </a:r>
          </a:p>
          <a:p>
            <a:r>
              <a:rPr lang="en-US" noProof="0" dirty="0"/>
              <a:t>Most important Paper LION</a:t>
            </a:r>
          </a:p>
        </p:txBody>
      </p:sp>
    </p:spTree>
    <p:extLst>
      <p:ext uri="{BB962C8B-B14F-4D97-AF65-F5344CB8AC3E}">
        <p14:creationId xmlns:p14="http://schemas.microsoft.com/office/powerpoint/2010/main" val="349541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41E07-681E-D391-8B19-9CEF1607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Training VAE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8D45D-C67E-ACDF-20A1-CD23A52FD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Self-</a:t>
            </a:r>
            <a:r>
              <a:rPr lang="en-US" noProof="0" dirty="0" err="1"/>
              <a:t>supvervised</a:t>
            </a:r>
            <a:r>
              <a:rPr lang="en-US" noProof="0" dirty="0"/>
              <a:t> via Reconstruction loss (standard way)</a:t>
            </a:r>
          </a:p>
          <a:p>
            <a:r>
              <a:rPr lang="en-US" noProof="0" dirty="0"/>
              <a:t>More advanced techniques CLIP</a:t>
            </a:r>
          </a:p>
          <a:p>
            <a:r>
              <a:rPr lang="en-US" noProof="0" dirty="0"/>
              <a:t>Train as plain autoencoder -&gt; better reconstruction quality, possibly bad conditioned latent space</a:t>
            </a:r>
          </a:p>
          <a:p>
            <a:r>
              <a:rPr lang="en-US" noProof="0" dirty="0"/>
              <a:t>Train with small KLD weighting e-6 and slowly increase during training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441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A649C-3307-48CA-B139-1F5D146D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Goals for next Week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4143FD-3865-0E83-E01F-13518E839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Load meshes and Grasps (Loading of meshes easily done with </a:t>
            </a:r>
            <a:r>
              <a:rPr lang="en-US" noProof="0" dirty="0" err="1"/>
              <a:t>trimesh</a:t>
            </a:r>
            <a:r>
              <a:rPr lang="en-US" noProof="0" dirty="0"/>
              <a:t>)</a:t>
            </a:r>
          </a:p>
          <a:p>
            <a:r>
              <a:rPr lang="en-US" noProof="0" dirty="0"/>
              <a:t>Transform meshes into </a:t>
            </a:r>
            <a:r>
              <a:rPr lang="en-US" noProof="0" dirty="0" err="1"/>
              <a:t>pointclouds</a:t>
            </a:r>
            <a:r>
              <a:rPr lang="en-US" noProof="0" dirty="0"/>
              <a:t> (also easily done with </a:t>
            </a:r>
            <a:r>
              <a:rPr lang="en-US" noProof="0" dirty="0" err="1"/>
              <a:t>trimesh</a:t>
            </a:r>
            <a:r>
              <a:rPr lang="en-US" noProof="0" dirty="0"/>
              <a:t>)</a:t>
            </a:r>
          </a:p>
          <a:p>
            <a:r>
              <a:rPr lang="en-US" noProof="0" dirty="0"/>
              <a:t>Preprocess the point cloud and the grasp data (preprocessing code from Ulf)</a:t>
            </a:r>
          </a:p>
        </p:txBody>
      </p:sp>
    </p:spTree>
    <p:extLst>
      <p:ext uri="{BB962C8B-B14F-4D97-AF65-F5344CB8AC3E}">
        <p14:creationId xmlns:p14="http://schemas.microsoft.com/office/powerpoint/2010/main" val="133624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21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Model Architectures</vt:lpstr>
      <vt:lpstr>Pointnet Architecture</vt:lpstr>
      <vt:lpstr>Pointnet++</vt:lpstr>
      <vt:lpstr>PointVoxelCNN (PVCNN)</vt:lpstr>
      <vt:lpstr>Pointnet VAE</vt:lpstr>
      <vt:lpstr>Training VAE</vt:lpstr>
      <vt:lpstr>Goals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Yankacar</dc:creator>
  <cp:lastModifiedBy>Christian Yankacar</cp:lastModifiedBy>
  <cp:revision>5</cp:revision>
  <dcterms:created xsi:type="dcterms:W3CDTF">2026-05-06T10:48:24Z</dcterms:created>
  <dcterms:modified xsi:type="dcterms:W3CDTF">2026-05-06T13:57:41Z</dcterms:modified>
</cp:coreProperties>
</file>